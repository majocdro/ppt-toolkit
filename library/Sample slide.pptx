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114732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658D6"/>
                </a:solidFill>
              </a:rPr>
              <a:t>Sample library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114732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Replace this file with your own premade slides (.pptx files in addin/library).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